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9" r:id="rId20"/>
    <p:sldId id="280" r:id="rId21"/>
    <p:sldId id="274" r:id="rId22"/>
    <p:sldId id="275" r:id="rId23"/>
    <p:sldId id="276" r:id="rId24"/>
    <p:sldId id="281" r:id="rId25"/>
    <p:sldId id="282" r:id="rId26"/>
    <p:sldId id="283" r:id="rId27"/>
    <p:sldId id="277" r:id="rId28"/>
    <p:sldId id="278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90" d="100"/>
          <a:sy n="90" d="100"/>
        </p:scale>
        <p:origin x="16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750B9-4689-B175-6465-C5810867C8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10F860-DB4F-C4F4-2200-0119A9283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E80D0-CE9B-A26E-D64C-358C28185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61C78-0CDF-4D85-B519-67E63FCA917F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5AE12-70F0-8EB0-6455-30C1AF796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80DDD-1BED-BA6C-CE89-E4E4B20BF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C4D51-7E87-4B9A-8C3E-D2BE6E7A2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763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5F948-8D85-FB63-1259-B8A84101F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78A1A-3A43-EFEC-E3B9-FDA19C43C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2326D-B164-F3F6-DBC4-47AEB5FB9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61C78-0CDF-4D85-B519-67E63FCA917F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1061B-D6C7-0181-C6CF-BA06E7829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6BC37-19DA-0C47-ED3A-A5C9E3333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C4D51-7E87-4B9A-8C3E-D2BE6E7A2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299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ECA7E-5976-4621-C1BE-B64017DE4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8FDF8F-45DE-4B97-CC20-73C493457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5A3EE-8593-E9E9-0B7B-FB98A8BCD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61C78-0CDF-4D85-B519-67E63FCA917F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8FA79-A2DE-F22F-95AF-AB409F1D4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17854-D0FA-2D6A-7040-4FD457D77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C4D51-7E87-4B9A-8C3E-D2BE6E7A2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69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11776-ED6B-E560-C0A4-93CCBF64A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8A386-66FC-48F1-1F5F-42E3DB3455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5F8817-CEFD-3D54-94F5-8B37DD7DE2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9948F8-B5EB-CB3C-B4E2-135ACF124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61C78-0CDF-4D85-B519-67E63FCA917F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EF564D-1F7A-B53F-EB45-C18221EFB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AB08F-64E9-F9DC-61A3-83471E0D9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C4D51-7E87-4B9A-8C3E-D2BE6E7A2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411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EF902-47E8-00CB-EAF1-26C70E89F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7324B2-D028-FA16-2DE5-176E0C19FB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5CF3F6-4946-AB35-5DC3-D34408E522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EAE6DC-D29F-93FE-9D13-95238D027A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F42301-6045-4BED-5E64-BAF7FEEE5B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8A49DB-5462-CB82-33BF-F59D214E4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61C78-0CDF-4D85-B519-67E63FCA917F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129231-BCAC-E661-E0C2-6B204AB8A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D212B3-7CA3-A4EB-ED69-DD8D52450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C4D51-7E87-4B9A-8C3E-D2BE6E7A2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321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06453-483B-FE83-1FCE-B9D48D815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0EE3C8-65C2-127A-4A33-6F3BF4F22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61C78-0CDF-4D85-B519-67E63FCA917F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4FF48D-A224-A7F5-BE41-9F41D01A5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E813FF-3A25-6B34-82C0-CB11009C5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C4D51-7E87-4B9A-8C3E-D2BE6E7A2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667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C35971-64AD-7277-C44C-7A3851F14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61C78-0CDF-4D85-B519-67E63FCA917F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D867B5-7FB6-CF7C-649E-924716B46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7C1ED-8336-7B20-89E7-CF0F446B8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C4D51-7E87-4B9A-8C3E-D2BE6E7A2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58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E562D-34DB-0A4D-82D5-F8149D6A1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38411-0841-FB82-64B2-2455E01CA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B0661E-9074-F17B-52C2-3371E80FD2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F538A9-5587-E1F0-A6AF-DBB096D7F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61C78-0CDF-4D85-B519-67E63FCA917F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A6B008-C734-0DAC-2BF9-722DEBF8D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85F956-1295-C66C-8789-BBBC73510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C4D51-7E87-4B9A-8C3E-D2BE6E7A2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023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08A27-0090-A137-31A8-FE2E8DFF6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54E71B-F5BF-9638-3C16-C063E0F9AA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C17DB0-1864-AB7F-B9B2-6CEAEA54AC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A94D3B-2ED5-103D-E4C8-A94FEF091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61C78-0CDF-4D85-B519-67E63FCA917F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57C18F-B3FE-9B85-B967-398A30E3F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AA89A8-A8C3-0D4D-E536-9BA815D9F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C4D51-7E87-4B9A-8C3E-D2BE6E7A2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389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BC88A-5695-2C17-8B7D-0418AE80C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02E50B-61F6-C5A6-1386-1FD2A868F2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14D1A-32BE-72F1-9B1B-5DEC9F20A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61C78-0CDF-4D85-B519-67E63FCA917F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9A16B-AB1B-E196-3432-DD3E52E61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DE22E-AA9B-A490-8C19-3C4ECBDC9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C4D51-7E87-4B9A-8C3E-D2BE6E7A2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880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59E1DF-A876-A6B5-3A59-C9CC2B2A0F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306B31-3466-4F21-4487-2EE2B7FE66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A7050-1EB3-9B77-1D14-E923E3713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61C78-0CDF-4D85-B519-67E63FCA917F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64728-9414-5359-DD5A-5493B8AA3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C7AD7-1B15-7452-2C86-59963FCA3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C4D51-7E87-4B9A-8C3E-D2BE6E7A2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742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F14358-5596-9B6A-BB9F-6EDBF1DF5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F686B-F017-B4DF-01B2-718C85F1A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C5787-0CF3-5AE0-E704-F32DA88971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C61C78-0CDF-4D85-B519-67E63FCA917F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2FFD7-62D8-56C6-F9F9-F4E15E9CFE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B8D27-C309-E3DD-CB65-BE6A740B2B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C4D51-7E87-4B9A-8C3E-D2BE6E7A2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602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370CF-56B9-1733-C664-2451ADE95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4AD436A-B6CF-7C21-38B1-1B3F21FF0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" y="91440"/>
            <a:ext cx="12054840" cy="48960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0C684D-48E2-67AB-D77D-C0D86BA623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577" y="4873656"/>
            <a:ext cx="7642092" cy="189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094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3281B44-A587-B252-9E38-46B0FB870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632" y="45720"/>
            <a:ext cx="11403016" cy="44869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C672314-BCAA-30D5-A28E-354FB330B9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912" y="4958644"/>
            <a:ext cx="11822175" cy="10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727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38BEF-41A5-DA3D-155A-78D69E78E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8BD075F-4D86-E272-0E9C-AD9FB0B096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860" y="182880"/>
            <a:ext cx="12192000" cy="40955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AB579A-9446-8FBA-39B4-9C08BB4D93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860" y="4327718"/>
            <a:ext cx="12169140" cy="196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487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EB069-DA3F-1847-6121-0B0859164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6CEFB3F-BCE5-48D0-096B-B7F9D219F5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8"/>
          <a:stretch/>
        </p:blipFill>
        <p:spPr>
          <a:xfrm>
            <a:off x="411480" y="182012"/>
            <a:ext cx="11689080" cy="578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4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81C92-CCA3-3AB7-E1D0-7863E7398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A54363D-B045-6BB9-FA67-5673DA9C88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3180" y="4776092"/>
            <a:ext cx="5477639" cy="20386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8E0F2DC-2AB2-773E-7C7E-5FBC3B52BA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228"/>
            <a:ext cx="12022228" cy="47345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5E9ECFE-57A2-D4BD-F639-6F13E6385E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180" y="4798951"/>
            <a:ext cx="5774819" cy="155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760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D15BA-6793-273E-9BF2-BFB34B325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0BD8DAA-5F0B-AC16-0839-613B7EC5F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" y="45719"/>
            <a:ext cx="11132820" cy="66739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C923A9-E44D-C8C1-CCF9-C94CD101B9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" y="4268751"/>
            <a:ext cx="7059010" cy="254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961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4C6BC-AD50-5095-281F-26261F9ED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6E409D9-E8C3-900F-1D30-FDAE33628C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49" y="480061"/>
            <a:ext cx="11951301" cy="53456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2EB58B-CE00-F310-C49E-77C8F7450E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54" y="1029273"/>
            <a:ext cx="5970100" cy="5005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712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2C24E-194A-22B2-4F45-9DCC23BDB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7FBC4C-47B4-217F-101D-2D6FC094CC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28" y="19593"/>
            <a:ext cx="12136544" cy="58586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51D6C7-8174-4911-FF91-C0246B8C18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87"/>
          <a:stretch/>
        </p:blipFill>
        <p:spPr>
          <a:xfrm>
            <a:off x="68580" y="2001663"/>
            <a:ext cx="6469380" cy="4196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121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8D4F8-ED1D-6805-25A4-A2235B940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AAA4E4-9BA7-C3E4-AC68-E6AFB1B485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" y="37627"/>
            <a:ext cx="12040819" cy="3551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524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4D3B5-9637-A8B9-70EB-E6083045A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4D9011-0271-2260-4983-7F8F77BEB9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0"/>
          <a:stretch/>
        </p:blipFill>
        <p:spPr>
          <a:xfrm>
            <a:off x="68579" y="1057597"/>
            <a:ext cx="11841481" cy="520878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EA79D9F-48E7-DFB7-2FE7-DEA9B53763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3"/>
          <a:stretch/>
        </p:blipFill>
        <p:spPr>
          <a:xfrm>
            <a:off x="7893424" y="45720"/>
            <a:ext cx="4298576" cy="2919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191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A1D97-C605-8D40-C2BE-83F914065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184934-8FD2-1860-458C-E665A4B211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0"/>
          <a:stretch/>
        </p:blipFill>
        <p:spPr>
          <a:xfrm>
            <a:off x="80684" y="57778"/>
            <a:ext cx="11940987" cy="6758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522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4DC91-BEA5-D30F-924A-E4E288BCB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FEE5DF-E336-9C53-348C-BBBF353499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456" y="406332"/>
            <a:ext cx="11571088" cy="11532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B97F40-1597-5986-D3A5-49BC0690D1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00" y="2791248"/>
            <a:ext cx="12055950" cy="1296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417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A787C-4F01-F415-F5B4-19D4463C8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CAC78B-5028-4ED2-33EE-9A7F4C0142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678" y="164804"/>
            <a:ext cx="10728644" cy="6528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276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AE090-5D22-49BD-5D82-354989DC9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D76C4C8-8ED9-3EEC-AD7B-9EE74078EA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9985"/>
            <a:ext cx="12192000" cy="627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5152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72E05-65F4-5A43-A40F-675D98CD3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E865CA-E455-9A12-0E7F-997227FA63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042" b="26201"/>
          <a:stretch>
            <a:fillRect/>
          </a:stretch>
        </p:blipFill>
        <p:spPr>
          <a:xfrm>
            <a:off x="667655" y="0"/>
            <a:ext cx="9863879" cy="6369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566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6FB9D-4DC1-3CCC-2C8E-592AD4F77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DD2D39D-5288-DEB2-F1C8-527C6988B0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93"/>
          <a:stretch>
            <a:fillRect/>
          </a:stretch>
        </p:blipFill>
        <p:spPr>
          <a:xfrm>
            <a:off x="1190847" y="-120328"/>
            <a:ext cx="5996762" cy="709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533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D92BC-1991-1F0E-582D-3514B0424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C92427-B795-966D-6158-C72E899754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5"/>
          <a:stretch>
            <a:fillRect/>
          </a:stretch>
        </p:blipFill>
        <p:spPr>
          <a:xfrm>
            <a:off x="33251" y="-1"/>
            <a:ext cx="12063577" cy="42561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669B245-F7E8-0822-BA21-1587218E0C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0"/>
          <a:stretch>
            <a:fillRect/>
          </a:stretch>
        </p:blipFill>
        <p:spPr>
          <a:xfrm>
            <a:off x="5453150" y="2416691"/>
            <a:ext cx="6610428" cy="297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0526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D6D34-95F4-1E4C-2562-7AEEBD0EF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57B565-3E27-3E90-465C-DFCBDBAC0A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35"/>
          <a:stretch>
            <a:fillRect/>
          </a:stretch>
        </p:blipFill>
        <p:spPr>
          <a:xfrm>
            <a:off x="1231732" y="0"/>
            <a:ext cx="8394406" cy="6750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121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C8E41-C3FD-3BDC-B366-68DCC0A4A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15296D-3B3D-FDCB-0EF1-18BC0949B7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020204" cy="6689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8537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2E22C-47DB-B441-8FBD-47F236C47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61719B-51C2-C28F-4EC2-3E7B162D32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0" t="8377" b="8784"/>
          <a:stretch>
            <a:fillRect/>
          </a:stretch>
        </p:blipFill>
        <p:spPr>
          <a:xfrm>
            <a:off x="16627" y="-33251"/>
            <a:ext cx="9331016" cy="36501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ABDA6A-56C4-12BA-BC82-E64C249657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2"/>
          <a:stretch>
            <a:fillRect/>
          </a:stretch>
        </p:blipFill>
        <p:spPr>
          <a:xfrm>
            <a:off x="6051350" y="701020"/>
            <a:ext cx="6107397" cy="29990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C88BDC-12E2-B574-BA02-64DB012CF0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38390"/>
            <a:ext cx="11799973" cy="221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3848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A5B3F-D186-A600-CECA-3A40503E3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AE4003-046C-E222-4769-043764CB37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49" y="133000"/>
            <a:ext cx="12091723" cy="6334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3000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EB4C1-B10A-3BC8-5BFF-DCE6F9742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2CEE1E-3AC4-2B87-5D8F-03C007A4FC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62"/>
          <a:stretch>
            <a:fillRect/>
          </a:stretch>
        </p:blipFill>
        <p:spPr>
          <a:xfrm>
            <a:off x="673252" y="-16625"/>
            <a:ext cx="93214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0331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28E57-4F5C-7F9B-9A28-E92420385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958C03-8382-30D4-BCFF-2EC917FA33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1" cy="618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7092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5DE63-2A8B-71D8-0F6E-532940CD9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10755D-B96F-ACD8-B22E-09DA05B3F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2920"/>
            <a:ext cx="12164471" cy="58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3284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9C250-6839-D176-5B47-26BD4D4F7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ACC806-F6F2-052D-9DC5-2420F2E503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4" t="4700"/>
          <a:stretch>
            <a:fillRect/>
          </a:stretch>
        </p:blipFill>
        <p:spPr>
          <a:xfrm>
            <a:off x="0" y="232757"/>
            <a:ext cx="12150452" cy="6201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116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87261-66B8-B924-F6FB-BC0725348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F719CE-1B4C-0CA2-0CB0-C385A4C676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4"/>
          <a:stretch>
            <a:fillRect/>
          </a:stretch>
        </p:blipFill>
        <p:spPr>
          <a:xfrm>
            <a:off x="80711" y="0"/>
            <a:ext cx="12030578" cy="6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972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C5E4D-8045-3526-7AAC-EC4233F93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9CB170-57AC-574B-7CBF-5D98B5DA76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9" t="4825" r="504"/>
          <a:stretch>
            <a:fillRect/>
          </a:stretch>
        </p:blipFill>
        <p:spPr>
          <a:xfrm>
            <a:off x="16626" y="299258"/>
            <a:ext cx="12075622" cy="590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8476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F4254-9E8C-F484-009A-C67019A6F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5150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1538</TotalTime>
  <Words>0</Words>
  <Application>Microsoft Office PowerPoint</Application>
  <PresentationFormat>Widescreen</PresentationFormat>
  <Paragraphs>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gurki raju</cp:lastModifiedBy>
  <cp:revision>8</cp:revision>
  <dcterms:created xsi:type="dcterms:W3CDTF">2026-01-19T03:09:21Z</dcterms:created>
  <dcterms:modified xsi:type="dcterms:W3CDTF">2026-02-09T04:06:32Z</dcterms:modified>
</cp:coreProperties>
</file>